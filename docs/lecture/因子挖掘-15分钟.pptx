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示意：样本内漂亮 ≠ 留出集成立（B、D 被拒）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样本内 IC</c:v>
                </c:pt>
              </c:strCache>
            </c:strRef>
          </c:tx>
          <c:spPr>
            <a:solidFill>
              <a:srgbClr val="0FA8C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1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候选 A</c:v>
                  </c:pt>
                  <c:pt idx="1">
                    <c:v>候选 B</c:v>
                  </c:pt>
                  <c:pt idx="2">
                    <c:v>候选 C</c:v>
                  </c:pt>
                  <c:pt idx="3">
                    <c:v>候选 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0.031</c:v>
                </c:pt>
                <c:pt idx="1">
                  <c:v>0.024</c:v>
                </c:pt>
                <c:pt idx="2">
                  <c:v>0.019</c:v>
                </c:pt>
                <c:pt idx="3">
                  <c:v>0.022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留出 IC</c:v>
                </c:pt>
              </c:strCache>
            </c:strRef>
          </c:tx>
          <c:spPr>
            <a:solidFill>
              <a:srgbClr val="7C5CF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1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候选 A</c:v>
                  </c:pt>
                  <c:pt idx="1">
                    <c:v>候选 B</c:v>
                  </c:pt>
                  <c:pt idx="2">
                    <c:v>候选 C</c:v>
                  </c:pt>
                  <c:pt idx="3">
                    <c:v>候选 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0.027</c:v>
                </c:pt>
                <c:pt idx="1">
                  <c:v>-0.004</c:v>
                </c:pt>
                <c:pt idx="2">
                  <c:v>0.017</c:v>
                </c:pt>
                <c:pt idx="3">
                  <c:v>0.006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321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7A9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秒：今天只回答一个问题——怎样让机器帮我们找到「能预测未来收益的信号」，并且不被自己骗。整堂课跟着网站的因子挖掘板块走一遍。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分钟。强调横截面与时间序列的区别；IC 是全课的尺子。举例：动量因子在美股 60 只样本上日 IC 常在 0.01-0.03。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分钟。DSL 的意义：让 LLM 和遗传算法在同一个搜索空间里工作，且每个候选都能被确定性地计算与审计。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分钟。图是示意数据。关键句：留出集不是第二个训练集，是唯一一次考试。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分钟。让学生猜：为什么加密用 loose？答：24×7、样本只有 24 个币、噪声更大；标准不是越严越好，而是与数据匹配。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分钟。区分「循环工程」和「多轮对话」：前者的核心是评估器给出的结构化反馈进入下一轮上下文。演示：网站因子挖掘板块选 LLM 引擎，看每轮接受/拒绝理由。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分钟。可讲 Koza 的遗传编程渊源。网站里 GP 引擎每一代都实时推送名人堂和冠军曲线，进化结束列出发现的因子与稳定性。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分钟。这是学生最容易忽略的一环：IC 高但冗余的因子对组合几乎零增量。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分钟。强调：一个 IC=0.03 的因子在 Top-5 组合里可能跑不赢基准——换手成本、集中度、择时都在吃收益。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分钟。这三项在网站里对应「合成」「检查」两个按钮。可以现场演示一个美股动量因子移植到加密的结果。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分钟。多重比较是重点：Harvey-Liu-Zhu 建议 t 统计量门槛提到 3.0。这就是为什么网站把留出集确认设为硬门槛。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分钟收尾。留作业：用 loose 档在加密市场跑一轮 GP，把发现的因子移植到美股，记录 IC 变化并解释。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40080" y="1280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因子挖掘</a:t>
            </a:r>
            <a:endParaRPr lang="en-US" sz="4800" dirty="0"/>
          </a:p>
        </p:txBody>
      </p:sp>
      <p:sp>
        <p:nvSpPr>
          <p:cNvPr id="115" name="Text 113"/>
          <p:cNvSpPr txBox="1"/>
          <p:nvPr/>
        </p:nvSpPr>
        <p:spPr>
          <a:xfrm>
            <a:off x="640080" y="2194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从一条表达式到一个可上线的组合 —— 15 分钟</a:t>
            </a:r>
            <a:endParaRPr lang="en-US" sz="2000" dirty="0"/>
          </a:p>
        </p:txBody>
      </p:sp>
      <p:sp>
        <p:nvSpPr>
          <p:cNvPr id="116" name="Text 114"/>
          <p:cNvSpPr txBox="1"/>
          <p:nvPr/>
        </p:nvSpPr>
        <p:spPr>
          <a:xfrm>
            <a:off x="64008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AIQUANT TERMINAL 的「因子挖掘」板块为教学载体：LLM 循环工程 + 遗传算法进化，全程样本外验证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4008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aiquant-rust.vercel.app · 因子挖掘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什么是因子？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一个对每只股票、每一天都能算出的数字，它的高低应当与未来收益的高低有关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2/12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61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rank(delta(close, 20))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「20 日涨幅」在全市场的横截面排名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横截面：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同一天比较所有标的，而不是一只标的的时间序列。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预测性：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今天因子值高的标的，未来 N 天收益是否更高？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可实施：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只能用当天及以前的数据，不能偷看未来。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577840" y="1463040"/>
            <a:ext cx="3108960" cy="2834640"/>
          </a:xfrm>
          <a:prstGeom prst="roundRect">
            <a:avLst>
              <a:gd name="adj" fmla="val 3871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衡量尺子：IC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993392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IC（信息系数）= 当天因子排名与未来收益排名的 Spearman 相关。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每天算一个 IC，得到一条 IC 序列：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均值 |IC| 越大 → 越有预测力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ICIR = 均值 / 标准差 → 越稳定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经验上 |IC| ≥ 0.02 已经值得认真看。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表达式即因子：一门受限的小语言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网站里所有因子都是这门 DSL 的合法表达式——机器能生成、能校验、能解释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3/12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时序算子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93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ts_mean ts_std ts_sum ts_min ts_max ts_rank delay delta ts_corr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横截面算子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993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 zscore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逐元素算子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2278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sign abs log sqrt neg  + − × 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269748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原始字段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278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high low close volume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安全边界（服务器端强制）：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≤ 240 字符 · 嵌套深度 ≤ 10 · 窗口 1–120 · 手写解析器，绝不 eval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 NaN 或常数因子直接拒绝 —— close/close 这类「零信息」表达式进不了评估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评估流水线：每个候选都走同一条路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样本内看强度，留出集只做确认——留出集从不参与反馈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4/12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 &amp; 校验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48840" y="15544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48840" y="20116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全样本计算因子面板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40480" y="15544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0116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逐日 rank IC → IC 序列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532120" y="15544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321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0116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80% 样本内：|IC|、ICIR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223760" y="15544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20116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 20% 留出：同号且达标才接受</a:t>
            </a:r>
            <a:endParaRPr lang="en-US" sz="11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457200" y="2880360"/>
          <a:ext cx="512064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5852160" y="288036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80/20？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035040" y="3410712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每一轮都拿到样本内成绩作反馈，久了就会「对着答案写」。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留出集是它永远看不到的考卷：样本内 0.03、留出 −0.004 的候选（B）就是过拟合的典型面孔。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门槛自适应：三档标准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同一条流水线，三套录取线。市场噪声大时放宽，数据干净时收紧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5/12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严格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|IC| ≥ 0.020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51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ICIR ≥ 0.25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论文级要求，产出少而精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146304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 标准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|IC| ≥ 0.015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651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ICIR ≥ 0.15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默认档；美股日频的合理水位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loose 宽松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|IC| ≥ 0.010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651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ICIR ≥ 0.08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 24×7 噪声更大时的起步档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留出集要求：与样本内同号，且 |IC| 不低于样本内门槛的一半。三档都不豁免这一条。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循环工程：让上一轮的结果改写下一轮的提示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Chain-of-Alpha 式的 LLM 挖掘循环——不是让模型「多想」，而是让它「看到成绩单」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6/12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依据假设库、已接受因子和历史教训，一次给出 N 条候选表达式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 IC 流水线，逐条打分；语法错、NaN、冗余全部记账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84048" cy="384048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3337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把「什么被拒、为什么」写成教训（lessons），跨会话持久保存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971800"/>
            <a:ext cx="384048" cy="384048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548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3337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下一轮提示词 = 目标 + 已有因子 + 教训 + 本轮新方向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跨次记忆：接受过的因子和教训保存在本地，下次挖掘直接续上；被拒因子不会被反复重新发明。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遗传算法进化：不靠语言模型的另一条路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把表达式当作语法树，用选择、交叉、变异在 DSL 空间里搜索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7/12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种群：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随机生成的语法树（含种子因子）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交叉：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交换两棵树的子树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变异：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改窗口、换算子、替换子树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化简：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ts_min(ts_min(x)) → ts_min(x)，抑制膨胀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名人堂：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8 个最优且互不冗余的个体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663440" y="146304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536192"/>
            <a:ext cx="37490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fitness = |IC| × (0.6 + 0.4·min(1, |ICIR| / 0.5))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− 0.02 × (1 − 稳定性)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− 0.0015 × 节点数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若与名人堂相关 &gt; 0.7：fitness × 0.5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310896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适应度为什么长这样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63931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|IC| 是主项；ICIR 给稳定的因子加成；每个节点扣一点分（简约惩罚）；与已发现因子太像的个体被打对折（生态位保护），逼着种群去探索新方向。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去冗余与简约：因子库不是越多越好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十个 0.9 相关的动量因子 ≈ 一个动量因子。库里要的是「不同的信息」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8/12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相关性 ≤ 0.7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93392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新因子与库中任一已接受因子的因子值相关系数超过 0.7 即拒绝，理由写入教训。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≤ 24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93392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语法树节点数上限，AlphaAgent 式正则：解释得清的因子才有人敢用。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必须含变换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993392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 volume、裸 close 这种「规模代理」不算因子；至少要经过一个时序或横截面算子。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</a:t>
            </a:r>
            <a:pPr indent="0" marL="0">
              <a:buNone/>
            </a:pPr>
            <a:r>
              <a:rPr lang="en-US" sz="13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rank(delta(close,20)) 与 rank(close/delay(close,20)) 相关多高？为什么库里只留一个？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答：几乎完全相关（都是 20 日动量的单调变换），第二个会因冗余被拒。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从因子到组合：IC 好看不等于能赚钱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Top-N 等权、定期再平衡、始终对比买入持有基准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9/12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 </a:t>
            </a:r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每个再平衡日按因子值排序（可反向）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167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选股  </a:t>
            </a:r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取前 N 名等权持有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8254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再平衡  </a:t>
            </a:r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10 根 K 线换仓一次，计入换手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483864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34838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  </a:t>
            </a:r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同期等权买入持有作为基准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1874520" cy="1188720"/>
          </a:xfrm>
          <a:prstGeom prst="roundRect">
            <a:avLst>
              <a:gd name="adj" fmla="val 9231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459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累计收益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 基准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1463040"/>
            <a:ext cx="1874520" cy="1188720"/>
          </a:xfrm>
          <a:prstGeom prst="roundRect">
            <a:avLst>
              <a:gd name="adj" fmla="val 9231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6459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年化收益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CAGR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788920"/>
            <a:ext cx="1874520" cy="1188720"/>
          </a:xfrm>
          <a:prstGeom prst="roundRect">
            <a:avLst>
              <a:gd name="adj" fmla="val 9231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夏普比率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429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风险调整后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1874520" cy="1188720"/>
          </a:xfrm>
          <a:prstGeom prst="roundRect">
            <a:avLst>
              <a:gd name="adj" fmla="val 9231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最大回撤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3429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最痛的一段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网站的「组合回测」「进化实验室」都展示这四个数字，且基准曲线永远与策略曲线同图。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库建好之后的三件事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多因子合成 · 衰减监控 · 跨市场移植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10/12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多因子合成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93392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把多个低相关因子按 rank 等权（或按 IC 加权）叠加成一个复合信号，再跑同一条组合回测。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目的：分散单因子失效的风险。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衰减监控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93392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IC 序列按时间切段（近 60 / 120 / 全样本），看近端是否明显低于远端。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因子会被市场学走；发现衰减就该降权或下线。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跨市场移植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993392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美股上挖到的因子，直接放到加密样本上重算 IC。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两边都成立 → 更像真规律；只在一边成立 → 可能是样本特性。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诚实原则：机器挖矿最大的风险是骗自己</a:t>
            </a:r>
            <a:endParaRPr lang="en-US" sz="2600" dirty="0"/>
          </a:p>
        </p:txBody>
      </p:sp>
      <p:sp>
        <p:nvSpPr>
          <p:cNvPr id="115" name="Shape 113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17" name="Text 115"/>
          <p:cNvSpPr txBox="1"/>
          <p:nvPr/>
        </p:nvSpPr>
        <p:spPr>
          <a:xfrm>
            <a:off x="1051560" y="1307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留出集只考一次</a:t>
            </a:r>
            <a:endParaRPr lang="en-US" sz="1400" dirty="0"/>
          </a:p>
        </p:txBody>
      </p:sp>
      <p:sp>
        <p:nvSpPr>
          <p:cNvPr id="118" name="Text 116"/>
          <p:cNvSpPr txBox="1"/>
          <p:nvPr/>
        </p:nvSpPr>
        <p:spPr>
          <a:xfrm>
            <a:off x="3474720" y="13075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样本内可以反复迭代，留出集永远不进反馈。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548640" y="198424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4864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1" name="Text 119"/>
          <p:cNvSpPr txBox="1"/>
          <p:nvPr/>
        </p:nvSpPr>
        <p:spPr>
          <a:xfrm>
            <a:off x="1051560" y="19659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允许空手而归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3474720" y="19659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一轮下来零因子被接受是合法结果，界面会解释原因而不是凑数。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548640" y="2642616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4864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25" name="Text 123"/>
          <p:cNvSpPr txBox="1"/>
          <p:nvPr/>
        </p:nvSpPr>
        <p:spPr>
          <a:xfrm>
            <a:off x="1051560" y="26243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基准永远在图上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3474720" y="26243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任何净值曲线旁边都有买入持有；不展示「绝对收益」独舞。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29" name="Text 127"/>
          <p:cNvSpPr txBox="1"/>
          <p:nvPr/>
        </p:nvSpPr>
        <p:spPr>
          <a:xfrm>
            <a:off x="1051560" y="328269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记录每一次拒绝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3474720" y="328269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被拒理由进入教训库，供下一轮和下一个人阅读。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" y="394106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上线后继续考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3474720" y="394106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模拟持仓对比上线前后的夏普，给出「衰减 / 保持」判定。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常见坑：前视偏差（用了未来数据）· 幸存者偏差（样本只剩活下来的公司）· 多重比较（试 1000 个总有 50 个显著）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 5 分钟上手路线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打开网站 → 因子挖掘 → 跟着做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12/12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选择市场（美股 / 加密）与门槛档（先 standard）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0299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LLM 引擎看接受 / 拒绝理由，或选 GP 看名人堂刷新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596896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5968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把接受的因子点「组合回测」，读四个数字并与基准比较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31638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点「检查」：看衰减曲线与跨市场移植结果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7307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点「上线」到模拟持仓，一周后回来看衰减判定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52160" y="1463040"/>
            <a:ext cx="2834640" cy="2834640"/>
          </a:xfrm>
          <a:prstGeom prst="roundRect">
            <a:avLst>
              <a:gd name="adj" fmla="val 3871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三句话带走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05740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 = 表达式 + 横截面 IC。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搜索靠 LLM 循环或遗传进化，录取靠留出集。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 只是门票，组合回测和上线后的衰减才是成绩。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因子挖掘 15 分钟</dc:title>
  <dc:subject>PptxGenJS Presentation</dc:subject>
  <dc:creator>PptxGenJS</dc:creator>
  <cp:lastModifiedBy>PptxGenJS</cp:lastModifiedBy>
  <cp:revision>1</cp:revision>
  <dcterms:created xsi:type="dcterms:W3CDTF">2026-09-04T11:40:38Z</dcterms:created>
  <dcterms:modified xsi:type="dcterms:W3CDTF">2026-09-04T11:40:38Z</dcterms:modified>
</cp:coreProperties>
</file>